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226C9-F87E-47B6-9CD9-191340CDACC0}" v="23" dt="2025-12-25T15:41:30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 Ishikawa" userId="f724816b-fabd-47e3-a19d-70615b888f03" providerId="ADAL" clId="{15F0AA69-ABD1-47F3-B2ED-E8F1C3E25564}"/>
    <pc:docChg chg="custSel addSld modSld sldOrd">
      <pc:chgData name="Yuichi Ishikawa" userId="f724816b-fabd-47e3-a19d-70615b888f03" providerId="ADAL" clId="{15F0AA69-ABD1-47F3-B2ED-E8F1C3E25564}" dt="2025-12-25T15:41:35.906" v="207" actId="14100"/>
      <pc:docMkLst>
        <pc:docMk/>
      </pc:docMkLst>
      <pc:sldChg chg="addSp delSp modSp new mod">
        <pc:chgData name="Yuichi Ishikawa" userId="f724816b-fabd-47e3-a19d-70615b888f03" providerId="ADAL" clId="{15F0AA69-ABD1-47F3-B2ED-E8F1C3E25564}" dt="2025-12-24T03:19:39.065" v="58" actId="1038"/>
        <pc:sldMkLst>
          <pc:docMk/>
          <pc:sldMk cId="2045588278" sldId="256"/>
        </pc:sldMkLst>
        <pc:spChg chg="del">
          <ac:chgData name="Yuichi Ishikawa" userId="f724816b-fabd-47e3-a19d-70615b888f03" providerId="ADAL" clId="{15F0AA69-ABD1-47F3-B2ED-E8F1C3E25564}" dt="2025-12-24T02:29:00.984" v="1" actId="478"/>
          <ac:spMkLst>
            <pc:docMk/>
            <pc:sldMk cId="2045588278" sldId="256"/>
            <ac:spMk id="2" creationId="{5CD33CD2-1838-FC3B-550C-A08FBBE357A0}"/>
          </ac:spMkLst>
        </pc:spChg>
        <pc:spChg chg="del">
          <ac:chgData name="Yuichi Ishikawa" userId="f724816b-fabd-47e3-a19d-70615b888f03" providerId="ADAL" clId="{15F0AA69-ABD1-47F3-B2ED-E8F1C3E25564}" dt="2025-12-24T02:29:00.984" v="1" actId="478"/>
          <ac:spMkLst>
            <pc:docMk/>
            <pc:sldMk cId="2045588278" sldId="256"/>
            <ac:spMk id="3" creationId="{11C46ECE-124D-EDCC-B1C9-1249CFA401EB}"/>
          </ac:spMkLst>
        </pc:spChg>
        <pc:spChg chg="add mod">
          <ac:chgData name="Yuichi Ishikawa" userId="f724816b-fabd-47e3-a19d-70615b888f03" providerId="ADAL" clId="{15F0AA69-ABD1-47F3-B2ED-E8F1C3E25564}" dt="2025-12-24T03:19:39.065" v="58" actId="1038"/>
          <ac:spMkLst>
            <pc:docMk/>
            <pc:sldMk cId="2045588278" sldId="256"/>
            <ac:spMk id="6" creationId="{B549EEBD-02B7-8FCB-76BA-F309C9C8676C}"/>
          </ac:spMkLst>
        </pc:spChg>
        <pc:picChg chg="add mod">
          <ac:chgData name="Yuichi Ishikawa" userId="f724816b-fabd-47e3-a19d-70615b888f03" providerId="ADAL" clId="{15F0AA69-ABD1-47F3-B2ED-E8F1C3E25564}" dt="2025-12-24T02:29:02.459" v="4" actId="962"/>
          <ac:picMkLst>
            <pc:docMk/>
            <pc:sldMk cId="2045588278" sldId="256"/>
            <ac:picMk id="5" creationId="{D751FAA3-8CD7-E38B-F3B2-B7CF446B3C0C}"/>
          </ac:picMkLst>
        </pc:picChg>
      </pc:sldChg>
      <pc:sldChg chg="addSp delSp modSp new mod">
        <pc:chgData name="Yuichi Ishikawa" userId="f724816b-fabd-47e3-a19d-70615b888f03" providerId="ADAL" clId="{15F0AA69-ABD1-47F3-B2ED-E8F1C3E25564}" dt="2025-12-24T03:34:21.046" v="65" actId="21"/>
        <pc:sldMkLst>
          <pc:docMk/>
          <pc:sldMk cId="1634582304" sldId="257"/>
        </pc:sldMkLst>
        <pc:spChg chg="del">
          <ac:chgData name="Yuichi Ishikawa" userId="f724816b-fabd-47e3-a19d-70615b888f03" providerId="ADAL" clId="{15F0AA69-ABD1-47F3-B2ED-E8F1C3E25564}" dt="2025-12-24T02:41:55.824" v="6" actId="478"/>
          <ac:spMkLst>
            <pc:docMk/>
            <pc:sldMk cId="1634582304" sldId="257"/>
            <ac:spMk id="2" creationId="{D3BDBA5F-DFFD-C108-35F5-0435B849C070}"/>
          </ac:spMkLst>
        </pc:spChg>
        <pc:spChg chg="del">
          <ac:chgData name="Yuichi Ishikawa" userId="f724816b-fabd-47e3-a19d-70615b888f03" providerId="ADAL" clId="{15F0AA69-ABD1-47F3-B2ED-E8F1C3E25564}" dt="2025-12-24T02:41:55.824" v="6" actId="478"/>
          <ac:spMkLst>
            <pc:docMk/>
            <pc:sldMk cId="1634582304" sldId="257"/>
            <ac:spMk id="3" creationId="{790E4332-BA74-18F2-47D9-0C9436E42F49}"/>
          </ac:spMkLst>
        </pc:spChg>
        <pc:spChg chg="add mod">
          <ac:chgData name="Yuichi Ishikawa" userId="f724816b-fabd-47e3-a19d-70615b888f03" providerId="ADAL" clId="{15F0AA69-ABD1-47F3-B2ED-E8F1C3E25564}" dt="2025-12-24T03:31:02.416" v="60" actId="14100"/>
          <ac:spMkLst>
            <pc:docMk/>
            <pc:sldMk cId="1634582304" sldId="257"/>
            <ac:spMk id="6" creationId="{496036CA-AFB6-01B4-06DF-030CE4B6E607}"/>
          </ac:spMkLst>
        </pc:spChg>
        <pc:picChg chg="add mod">
          <ac:chgData name="Yuichi Ishikawa" userId="f724816b-fabd-47e3-a19d-70615b888f03" providerId="ADAL" clId="{15F0AA69-ABD1-47F3-B2ED-E8F1C3E25564}" dt="2025-12-24T02:41:56.965" v="9" actId="962"/>
          <ac:picMkLst>
            <pc:docMk/>
            <pc:sldMk cId="1634582304" sldId="257"/>
            <ac:picMk id="5" creationId="{B360C1C4-1276-EC50-B0B1-70DA8C73F1F5}"/>
          </ac:picMkLst>
        </pc:picChg>
        <pc:picChg chg="add del mod">
          <ac:chgData name="Yuichi Ishikawa" userId="f724816b-fabd-47e3-a19d-70615b888f03" providerId="ADAL" clId="{15F0AA69-ABD1-47F3-B2ED-E8F1C3E25564}" dt="2025-12-24T03:34:21.046" v="65" actId="21"/>
          <ac:picMkLst>
            <pc:docMk/>
            <pc:sldMk cId="1634582304" sldId="257"/>
            <ac:picMk id="8" creationId="{BA80117B-2312-9E78-A408-78BA1322C188}"/>
          </ac:picMkLst>
        </pc:picChg>
      </pc:sldChg>
      <pc:sldChg chg="addSp delSp modSp new mod">
        <pc:chgData name="Yuichi Ishikawa" userId="f724816b-fabd-47e3-a19d-70615b888f03" providerId="ADAL" clId="{15F0AA69-ABD1-47F3-B2ED-E8F1C3E25564}" dt="2025-12-24T02:49:36.938" v="14" actId="962"/>
        <pc:sldMkLst>
          <pc:docMk/>
          <pc:sldMk cId="1563001425" sldId="258"/>
        </pc:sldMkLst>
        <pc:spChg chg="del">
          <ac:chgData name="Yuichi Ishikawa" userId="f724816b-fabd-47e3-a19d-70615b888f03" providerId="ADAL" clId="{15F0AA69-ABD1-47F3-B2ED-E8F1C3E25564}" dt="2025-12-24T02:49:36.054" v="11" actId="478"/>
          <ac:spMkLst>
            <pc:docMk/>
            <pc:sldMk cId="1563001425" sldId="258"/>
            <ac:spMk id="2" creationId="{013C0E12-7902-0845-0E6E-7C0355D45527}"/>
          </ac:spMkLst>
        </pc:spChg>
        <pc:spChg chg="del">
          <ac:chgData name="Yuichi Ishikawa" userId="f724816b-fabd-47e3-a19d-70615b888f03" providerId="ADAL" clId="{15F0AA69-ABD1-47F3-B2ED-E8F1C3E25564}" dt="2025-12-24T02:49:36.054" v="11" actId="478"/>
          <ac:spMkLst>
            <pc:docMk/>
            <pc:sldMk cId="1563001425" sldId="258"/>
            <ac:spMk id="3" creationId="{852F1C12-1D56-0832-440E-9E15BD9AA0D0}"/>
          </ac:spMkLst>
        </pc:spChg>
        <pc:picChg chg="add mod">
          <ac:chgData name="Yuichi Ishikawa" userId="f724816b-fabd-47e3-a19d-70615b888f03" providerId="ADAL" clId="{15F0AA69-ABD1-47F3-B2ED-E8F1C3E25564}" dt="2025-12-24T02:49:36.938" v="14" actId="962"/>
          <ac:picMkLst>
            <pc:docMk/>
            <pc:sldMk cId="1563001425" sldId="258"/>
            <ac:picMk id="5" creationId="{81EF390B-5582-2058-DF4C-C50913052710}"/>
          </ac:picMkLst>
        </pc:picChg>
      </pc:sldChg>
      <pc:sldChg chg="addSp delSp modSp new mod ord">
        <pc:chgData name="Yuichi Ishikawa" userId="f724816b-fabd-47e3-a19d-70615b888f03" providerId="ADAL" clId="{15F0AA69-ABD1-47F3-B2ED-E8F1C3E25564}" dt="2025-12-25T15:35:44.494" v="101" actId="14100"/>
        <pc:sldMkLst>
          <pc:docMk/>
          <pc:sldMk cId="2011897870" sldId="259"/>
        </pc:sldMkLst>
        <pc:spChg chg="del">
          <ac:chgData name="Yuichi Ishikawa" userId="f724816b-fabd-47e3-a19d-70615b888f03" providerId="ADAL" clId="{15F0AA69-ABD1-47F3-B2ED-E8F1C3E25564}" dt="2025-12-24T02:57:46.864" v="16" actId="478"/>
          <ac:spMkLst>
            <pc:docMk/>
            <pc:sldMk cId="2011897870" sldId="259"/>
            <ac:spMk id="2" creationId="{61E44BCC-8B9F-3381-0E07-386737905414}"/>
          </ac:spMkLst>
        </pc:spChg>
        <pc:spChg chg="add mod">
          <ac:chgData name="Yuichi Ishikawa" userId="f724816b-fabd-47e3-a19d-70615b888f03" providerId="ADAL" clId="{15F0AA69-ABD1-47F3-B2ED-E8F1C3E25564}" dt="2025-12-25T15:35:44.494" v="101" actId="14100"/>
          <ac:spMkLst>
            <pc:docMk/>
            <pc:sldMk cId="2011897870" sldId="259"/>
            <ac:spMk id="2" creationId="{F6D88544-CC89-D77E-870A-D720EE4E01FB}"/>
          </ac:spMkLst>
        </pc:spChg>
        <pc:spChg chg="del">
          <ac:chgData name="Yuichi Ishikawa" userId="f724816b-fabd-47e3-a19d-70615b888f03" providerId="ADAL" clId="{15F0AA69-ABD1-47F3-B2ED-E8F1C3E25564}" dt="2025-12-24T02:57:46.864" v="16" actId="478"/>
          <ac:spMkLst>
            <pc:docMk/>
            <pc:sldMk cId="2011897870" sldId="259"/>
            <ac:spMk id="3" creationId="{8C45EAC1-1B0F-920C-A1DC-BE8370847131}"/>
          </ac:spMkLst>
        </pc:spChg>
        <pc:picChg chg="add mod">
          <ac:chgData name="Yuichi Ishikawa" userId="f724816b-fabd-47e3-a19d-70615b888f03" providerId="ADAL" clId="{15F0AA69-ABD1-47F3-B2ED-E8F1C3E25564}" dt="2025-12-24T02:57:48.264" v="19" actId="962"/>
          <ac:picMkLst>
            <pc:docMk/>
            <pc:sldMk cId="2011897870" sldId="259"/>
            <ac:picMk id="5" creationId="{4C93952B-5827-DFD0-19E8-D7146C306266}"/>
          </ac:picMkLst>
        </pc:picChg>
      </pc:sldChg>
      <pc:sldChg chg="addSp delSp modSp new mod">
        <pc:chgData name="Yuichi Ishikawa" userId="f724816b-fabd-47e3-a19d-70615b888f03" providerId="ADAL" clId="{15F0AA69-ABD1-47F3-B2ED-E8F1C3E25564}" dt="2025-12-24T15:55:04.512" v="91" actId="208"/>
        <pc:sldMkLst>
          <pc:docMk/>
          <pc:sldMk cId="2627581854" sldId="260"/>
        </pc:sldMkLst>
        <pc:spChg chg="del">
          <ac:chgData name="Yuichi Ishikawa" userId="f724816b-fabd-47e3-a19d-70615b888f03" providerId="ADAL" clId="{15F0AA69-ABD1-47F3-B2ED-E8F1C3E25564}" dt="2025-12-24T03:00:18.341" v="21" actId="478"/>
          <ac:spMkLst>
            <pc:docMk/>
            <pc:sldMk cId="2627581854" sldId="260"/>
            <ac:spMk id="2" creationId="{415F1196-1253-214C-AC3B-4D88F6E6CAF7}"/>
          </ac:spMkLst>
        </pc:spChg>
        <pc:spChg chg="add mod">
          <ac:chgData name="Yuichi Ishikawa" userId="f724816b-fabd-47e3-a19d-70615b888f03" providerId="ADAL" clId="{15F0AA69-ABD1-47F3-B2ED-E8F1C3E25564}" dt="2025-12-24T15:54:44.238" v="89" actId="1035"/>
          <ac:spMkLst>
            <pc:docMk/>
            <pc:sldMk cId="2627581854" sldId="260"/>
            <ac:spMk id="2" creationId="{5F8C5754-9F89-DC81-6C10-2D076ACA47F9}"/>
          </ac:spMkLst>
        </pc:spChg>
        <pc:spChg chg="del">
          <ac:chgData name="Yuichi Ishikawa" userId="f724816b-fabd-47e3-a19d-70615b888f03" providerId="ADAL" clId="{15F0AA69-ABD1-47F3-B2ED-E8F1C3E25564}" dt="2025-12-24T03:00:18.341" v="21" actId="478"/>
          <ac:spMkLst>
            <pc:docMk/>
            <pc:sldMk cId="2627581854" sldId="260"/>
            <ac:spMk id="3" creationId="{221F1357-8685-450A-9DEE-A7287FC63587}"/>
          </ac:spMkLst>
        </pc:spChg>
        <pc:picChg chg="add del mod">
          <ac:chgData name="Yuichi Ishikawa" userId="f724816b-fabd-47e3-a19d-70615b888f03" providerId="ADAL" clId="{15F0AA69-ABD1-47F3-B2ED-E8F1C3E25564}" dt="2025-12-24T03:14:08.195" v="39" actId="478"/>
          <ac:picMkLst>
            <pc:docMk/>
            <pc:sldMk cId="2627581854" sldId="260"/>
            <ac:picMk id="5" creationId="{B9D00965-09AB-521C-986C-BE283D6B58DB}"/>
          </ac:picMkLst>
        </pc:picChg>
        <pc:picChg chg="add mod">
          <ac:chgData name="Yuichi Ishikawa" userId="f724816b-fabd-47e3-a19d-70615b888f03" providerId="ADAL" clId="{15F0AA69-ABD1-47F3-B2ED-E8F1C3E25564}" dt="2025-12-24T03:14:09.500" v="42" actId="962"/>
          <ac:picMkLst>
            <pc:docMk/>
            <pc:sldMk cId="2627581854" sldId="260"/>
            <ac:picMk id="7" creationId="{C4D444A4-CB8D-F4DE-9818-FED46E4B9F07}"/>
          </ac:picMkLst>
        </pc:picChg>
        <pc:cxnChg chg="add mod">
          <ac:chgData name="Yuichi Ishikawa" userId="f724816b-fabd-47e3-a19d-70615b888f03" providerId="ADAL" clId="{15F0AA69-ABD1-47F3-B2ED-E8F1C3E25564}" dt="2025-12-24T15:55:04.512" v="91" actId="208"/>
          <ac:cxnSpMkLst>
            <pc:docMk/>
            <pc:sldMk cId="2627581854" sldId="260"/>
            <ac:cxnSpMk id="4" creationId="{7E28A9E4-2A62-6A04-0551-22F0213CCD1B}"/>
          </ac:cxnSpMkLst>
        </pc:cxnChg>
      </pc:sldChg>
      <pc:sldChg chg="addSp delSp modSp new mod">
        <pc:chgData name="Yuichi Ishikawa" userId="f724816b-fabd-47e3-a19d-70615b888f03" providerId="ADAL" clId="{15F0AA69-ABD1-47F3-B2ED-E8F1C3E25564}" dt="2025-12-25T15:37:41.943" v="129" actId="1035"/>
        <pc:sldMkLst>
          <pc:docMk/>
          <pc:sldMk cId="289736066" sldId="261"/>
        </pc:sldMkLst>
        <pc:spChg chg="add mod">
          <ac:chgData name="Yuichi Ishikawa" userId="f724816b-fabd-47e3-a19d-70615b888f03" providerId="ADAL" clId="{15F0AA69-ABD1-47F3-B2ED-E8F1C3E25564}" dt="2025-12-25T15:37:41.943" v="129" actId="1035"/>
          <ac:spMkLst>
            <pc:docMk/>
            <pc:sldMk cId="289736066" sldId="261"/>
            <ac:spMk id="2" creationId="{1C5DEDFC-5D7B-FB66-EB1F-6D9FEA3C3456}"/>
          </ac:spMkLst>
        </pc:spChg>
        <pc:spChg chg="del">
          <ac:chgData name="Yuichi Ishikawa" userId="f724816b-fabd-47e3-a19d-70615b888f03" providerId="ADAL" clId="{15F0AA69-ABD1-47F3-B2ED-E8F1C3E25564}" dt="2025-12-24T03:00:54.542" v="26" actId="478"/>
          <ac:spMkLst>
            <pc:docMk/>
            <pc:sldMk cId="289736066" sldId="261"/>
            <ac:spMk id="2" creationId="{3F357C66-6E8D-12DC-4865-2EDBC96F1862}"/>
          </ac:spMkLst>
        </pc:spChg>
        <pc:spChg chg="del">
          <ac:chgData name="Yuichi Ishikawa" userId="f724816b-fabd-47e3-a19d-70615b888f03" providerId="ADAL" clId="{15F0AA69-ABD1-47F3-B2ED-E8F1C3E25564}" dt="2025-12-24T03:00:54.542" v="26" actId="478"/>
          <ac:spMkLst>
            <pc:docMk/>
            <pc:sldMk cId="289736066" sldId="261"/>
            <ac:spMk id="3" creationId="{6E0C78A8-CE73-1D60-CAF5-15E532515003}"/>
          </ac:spMkLst>
        </pc:spChg>
        <pc:picChg chg="add del mod">
          <ac:chgData name="Yuichi Ishikawa" userId="f724816b-fabd-47e3-a19d-70615b888f03" providerId="ADAL" clId="{15F0AA69-ABD1-47F3-B2ED-E8F1C3E25564}" dt="2025-12-24T03:12:26.905" v="35" actId="478"/>
          <ac:picMkLst>
            <pc:docMk/>
            <pc:sldMk cId="289736066" sldId="261"/>
            <ac:picMk id="5" creationId="{FD3E21EE-EB4C-CFAF-62EB-3DBDC92E25A3}"/>
          </ac:picMkLst>
        </pc:picChg>
        <pc:picChg chg="add mod">
          <ac:chgData name="Yuichi Ishikawa" userId="f724816b-fabd-47e3-a19d-70615b888f03" providerId="ADAL" clId="{15F0AA69-ABD1-47F3-B2ED-E8F1C3E25564}" dt="2025-12-24T03:12:29.416" v="38" actId="962"/>
          <ac:picMkLst>
            <pc:docMk/>
            <pc:sldMk cId="289736066" sldId="261"/>
            <ac:picMk id="7" creationId="{7A4CC88B-3770-C23A-BF39-5745509E69BD}"/>
          </ac:picMkLst>
        </pc:picChg>
        <pc:cxnChg chg="add mod">
          <ac:chgData name="Yuichi Ishikawa" userId="f724816b-fabd-47e3-a19d-70615b888f03" providerId="ADAL" clId="{15F0AA69-ABD1-47F3-B2ED-E8F1C3E25564}" dt="2025-12-25T15:37:41.943" v="129" actId="1035"/>
          <ac:cxnSpMkLst>
            <pc:docMk/>
            <pc:sldMk cId="289736066" sldId="261"/>
            <ac:cxnSpMk id="3" creationId="{363899BC-7BE1-02DD-A29A-52CF4F88569C}"/>
          </ac:cxnSpMkLst>
        </pc:cxnChg>
      </pc:sldChg>
      <pc:sldChg chg="addSp delSp modSp new mod">
        <pc:chgData name="Yuichi Ishikawa" userId="f724816b-fabd-47e3-a19d-70615b888f03" providerId="ADAL" clId="{15F0AA69-ABD1-47F3-B2ED-E8F1C3E25564}" dt="2025-12-25T15:36:29.964" v="119" actId="1038"/>
        <pc:sldMkLst>
          <pc:docMk/>
          <pc:sldMk cId="2622589735" sldId="262"/>
        </pc:sldMkLst>
        <pc:spChg chg="del">
          <ac:chgData name="Yuichi Ishikawa" userId="f724816b-fabd-47e3-a19d-70615b888f03" providerId="ADAL" clId="{15F0AA69-ABD1-47F3-B2ED-E8F1C3E25564}" dt="2025-12-24T03:04:23.623" v="31" actId="478"/>
          <ac:spMkLst>
            <pc:docMk/>
            <pc:sldMk cId="2622589735" sldId="262"/>
            <ac:spMk id="2" creationId="{068215BA-5057-B569-1EF2-E48301C2199F}"/>
          </ac:spMkLst>
        </pc:spChg>
        <pc:spChg chg="add mod">
          <ac:chgData name="Yuichi Ishikawa" userId="f724816b-fabd-47e3-a19d-70615b888f03" providerId="ADAL" clId="{15F0AA69-ABD1-47F3-B2ED-E8F1C3E25564}" dt="2025-12-25T15:36:29.964" v="119" actId="1038"/>
          <ac:spMkLst>
            <pc:docMk/>
            <pc:sldMk cId="2622589735" sldId="262"/>
            <ac:spMk id="2" creationId="{2A6E534C-CB24-4E1C-AE9D-B8971FFAB00D}"/>
          </ac:spMkLst>
        </pc:spChg>
        <pc:spChg chg="del">
          <ac:chgData name="Yuichi Ishikawa" userId="f724816b-fabd-47e3-a19d-70615b888f03" providerId="ADAL" clId="{15F0AA69-ABD1-47F3-B2ED-E8F1C3E25564}" dt="2025-12-24T03:04:23.623" v="31" actId="478"/>
          <ac:spMkLst>
            <pc:docMk/>
            <pc:sldMk cId="2622589735" sldId="262"/>
            <ac:spMk id="3" creationId="{F3616693-6E76-7240-7B3F-8EEFAB1A8794}"/>
          </ac:spMkLst>
        </pc:spChg>
        <pc:picChg chg="add mod">
          <ac:chgData name="Yuichi Ishikawa" userId="f724816b-fabd-47e3-a19d-70615b888f03" providerId="ADAL" clId="{15F0AA69-ABD1-47F3-B2ED-E8F1C3E25564}" dt="2025-12-24T03:04:25.104" v="34" actId="962"/>
          <ac:picMkLst>
            <pc:docMk/>
            <pc:sldMk cId="2622589735" sldId="262"/>
            <ac:picMk id="5" creationId="{C8EA529F-1D80-BD62-DE07-F9BF41E635D4}"/>
          </ac:picMkLst>
        </pc:picChg>
      </pc:sldChg>
      <pc:sldChg chg="addSp delSp modSp new mod">
        <pc:chgData name="Yuichi Ishikawa" userId="f724816b-fabd-47e3-a19d-70615b888f03" providerId="ADAL" clId="{15F0AA69-ABD1-47F3-B2ED-E8F1C3E25564}" dt="2025-12-24T03:35:57.757" v="85" actId="1036"/>
        <pc:sldMkLst>
          <pc:docMk/>
          <pc:sldMk cId="3893612958" sldId="263"/>
        </pc:sldMkLst>
        <pc:spChg chg="del">
          <ac:chgData name="Yuichi Ishikawa" userId="f724816b-fabd-47e3-a19d-70615b888f03" providerId="ADAL" clId="{15F0AA69-ABD1-47F3-B2ED-E8F1C3E25564}" dt="2025-12-24T03:34:28.866" v="67" actId="478"/>
          <ac:spMkLst>
            <pc:docMk/>
            <pc:sldMk cId="3893612958" sldId="263"/>
            <ac:spMk id="2" creationId="{A9D6A69B-90E1-A9C5-306D-8936F74E16BB}"/>
          </ac:spMkLst>
        </pc:spChg>
        <pc:spChg chg="del">
          <ac:chgData name="Yuichi Ishikawa" userId="f724816b-fabd-47e3-a19d-70615b888f03" providerId="ADAL" clId="{15F0AA69-ABD1-47F3-B2ED-E8F1C3E25564}" dt="2025-12-24T03:34:28.866" v="67" actId="478"/>
          <ac:spMkLst>
            <pc:docMk/>
            <pc:sldMk cId="3893612958" sldId="263"/>
            <ac:spMk id="3" creationId="{578FAF03-A07A-1129-75FD-EEBB310DD443}"/>
          </ac:spMkLst>
        </pc:spChg>
        <pc:spChg chg="add mod">
          <ac:chgData name="Yuichi Ishikawa" userId="f724816b-fabd-47e3-a19d-70615b888f03" providerId="ADAL" clId="{15F0AA69-ABD1-47F3-B2ED-E8F1C3E25564}" dt="2025-12-24T03:34:54.355" v="71" actId="208"/>
          <ac:spMkLst>
            <pc:docMk/>
            <pc:sldMk cId="3893612958" sldId="263"/>
            <ac:spMk id="4" creationId="{A0E282DA-EB48-00BA-20B0-517160ECC9F5}"/>
          </ac:spMkLst>
        </pc:spChg>
        <pc:spChg chg="add mod">
          <ac:chgData name="Yuichi Ishikawa" userId="f724816b-fabd-47e3-a19d-70615b888f03" providerId="ADAL" clId="{15F0AA69-ABD1-47F3-B2ED-E8F1C3E25564}" dt="2025-12-24T03:35:05.775" v="74" actId="14100"/>
          <ac:spMkLst>
            <pc:docMk/>
            <pc:sldMk cId="3893612958" sldId="263"/>
            <ac:spMk id="5" creationId="{3631A507-A696-5779-A174-8F211357AD40}"/>
          </ac:spMkLst>
        </pc:spChg>
        <pc:spChg chg="add mod">
          <ac:chgData name="Yuichi Ishikawa" userId="f724816b-fabd-47e3-a19d-70615b888f03" providerId="ADAL" clId="{15F0AA69-ABD1-47F3-B2ED-E8F1C3E25564}" dt="2025-12-24T03:35:11.980" v="77" actId="14100"/>
          <ac:spMkLst>
            <pc:docMk/>
            <pc:sldMk cId="3893612958" sldId="263"/>
            <ac:spMk id="6" creationId="{6B31169F-FA93-2F39-A1D0-8A465A740081}"/>
          </ac:spMkLst>
        </pc:spChg>
        <pc:spChg chg="add mod">
          <ac:chgData name="Yuichi Ishikawa" userId="f724816b-fabd-47e3-a19d-70615b888f03" providerId="ADAL" clId="{15F0AA69-ABD1-47F3-B2ED-E8F1C3E25564}" dt="2025-12-24T03:35:26.076" v="79" actId="1076"/>
          <ac:spMkLst>
            <pc:docMk/>
            <pc:sldMk cId="3893612958" sldId="263"/>
            <ac:spMk id="7" creationId="{F490BD3A-74FE-9A25-70E9-69C434D398C2}"/>
          </ac:spMkLst>
        </pc:spChg>
        <pc:spChg chg="add mod">
          <ac:chgData name="Yuichi Ishikawa" userId="f724816b-fabd-47e3-a19d-70615b888f03" providerId="ADAL" clId="{15F0AA69-ABD1-47F3-B2ED-E8F1C3E25564}" dt="2025-12-24T03:35:57.757" v="85" actId="1036"/>
          <ac:spMkLst>
            <pc:docMk/>
            <pc:sldMk cId="3893612958" sldId="263"/>
            <ac:spMk id="9" creationId="{4B8837FF-5B25-4A8E-1A52-EEA1D00006AB}"/>
          </ac:spMkLst>
        </pc:spChg>
        <pc:picChg chg="add mod">
          <ac:chgData name="Yuichi Ishikawa" userId="f724816b-fabd-47e3-a19d-70615b888f03" providerId="ADAL" clId="{15F0AA69-ABD1-47F3-B2ED-E8F1C3E25564}" dt="2025-12-24T03:34:29.285" v="68"/>
          <ac:picMkLst>
            <pc:docMk/>
            <pc:sldMk cId="3893612958" sldId="263"/>
            <ac:picMk id="8" creationId="{BA80117B-2312-9E78-A408-78BA1322C188}"/>
          </ac:picMkLst>
        </pc:picChg>
      </pc:sldChg>
      <pc:sldChg chg="addSp modSp add mod">
        <pc:chgData name="Yuichi Ishikawa" userId="f724816b-fabd-47e3-a19d-70615b888f03" providerId="ADAL" clId="{15F0AA69-ABD1-47F3-B2ED-E8F1C3E25564}" dt="2025-12-25T15:41:35.906" v="207" actId="14100"/>
        <pc:sldMkLst>
          <pc:docMk/>
          <pc:sldMk cId="2388872249" sldId="264"/>
        </pc:sldMkLst>
        <pc:spChg chg="add mod">
          <ac:chgData name="Yuichi Ishikawa" userId="f724816b-fabd-47e3-a19d-70615b888f03" providerId="ADAL" clId="{15F0AA69-ABD1-47F3-B2ED-E8F1C3E25564}" dt="2025-12-25T15:38:50.952" v="132" actId="1076"/>
          <ac:spMkLst>
            <pc:docMk/>
            <pc:sldMk cId="2388872249" sldId="264"/>
            <ac:spMk id="2" creationId="{3F00269A-AF92-AC40-ADAC-613750001000}"/>
          </ac:spMkLst>
        </pc:spChg>
        <pc:spChg chg="add mod">
          <ac:chgData name="Yuichi Ishikawa" userId="f724816b-fabd-47e3-a19d-70615b888f03" providerId="ADAL" clId="{15F0AA69-ABD1-47F3-B2ED-E8F1C3E25564}" dt="2025-12-25T15:41:07.840" v="193"/>
          <ac:spMkLst>
            <pc:docMk/>
            <pc:sldMk cId="2388872249" sldId="264"/>
            <ac:spMk id="3" creationId="{50E14780-BB13-1D57-405B-A20EF5EA73D0}"/>
          </ac:spMkLst>
        </pc:spChg>
        <pc:spChg chg="add mod">
          <ac:chgData name="Yuichi Ishikawa" userId="f724816b-fabd-47e3-a19d-70615b888f03" providerId="ADAL" clId="{15F0AA69-ABD1-47F3-B2ED-E8F1C3E25564}" dt="2025-12-25T15:41:13.028" v="201"/>
          <ac:spMkLst>
            <pc:docMk/>
            <pc:sldMk cId="2388872249" sldId="264"/>
            <ac:spMk id="4" creationId="{92C15EEC-4B72-97D8-18FD-AC5F10BCCB0E}"/>
          </ac:spMkLst>
        </pc:spChg>
        <pc:cxnChg chg="add mod">
          <ac:chgData name="Yuichi Ishikawa" userId="f724816b-fabd-47e3-a19d-70615b888f03" providerId="ADAL" clId="{15F0AA69-ABD1-47F3-B2ED-E8F1C3E25564}" dt="2025-12-25T15:41:29.375" v="204" actId="14100"/>
          <ac:cxnSpMkLst>
            <pc:docMk/>
            <pc:sldMk cId="2388872249" sldId="264"/>
            <ac:cxnSpMk id="7" creationId="{400ED608-4E6C-2A01-2C66-03ABD1BE1E4E}"/>
          </ac:cxnSpMkLst>
        </pc:cxnChg>
        <pc:cxnChg chg="add mod">
          <ac:chgData name="Yuichi Ishikawa" userId="f724816b-fabd-47e3-a19d-70615b888f03" providerId="ADAL" clId="{15F0AA69-ABD1-47F3-B2ED-E8F1C3E25564}" dt="2025-12-25T15:41:35.906" v="207" actId="14100"/>
          <ac:cxnSpMkLst>
            <pc:docMk/>
            <pc:sldMk cId="2388872249" sldId="264"/>
            <ac:cxnSpMk id="10" creationId="{E35349CC-96E4-0C9D-E496-5366ED101E0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A6AFA-87DC-C518-2173-AA038976F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FE4F4D-9186-5EF4-7423-139B0B9B8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79F2C2-5176-4808-A71E-C9E9677A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F80C17-DA13-FBBF-8298-A0DBD24D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59E94-3695-86B8-42E7-1955D3A5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5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72ECA-F955-8F97-24D8-189C4717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06BEE8-B7D5-CE78-699C-916DAB62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9366DD-88EE-13C0-055A-23E41730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C67B73-1DBA-34FE-5C77-C7EB5124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807A1A-CB28-B87F-9965-A6862043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4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EFA8DF-29E9-7C64-E678-4A092D79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81496D-FFE1-0611-B237-14739E18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7764C1-342C-0AB5-2520-F25D4BFF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528C78-3830-7F5C-6A68-34B3393ED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8FE2F4-26B2-630E-D897-4CDB4D49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6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26CAC6-0C80-08F9-CEAF-59BAE707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37E1B2-368A-9E62-9A1C-47104D8E3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09F91E-11CD-485B-F778-270E52AD6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994588-5950-FFA8-4CB5-59E3935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60C6A6-BA50-EF25-D152-45326618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7602AD-119D-4691-B9FE-A0F5038F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53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045C67-E895-89D8-9B94-C3EB422F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74BA76-49F9-C6CC-B4E4-1DC4C8E47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C1BF52-7330-C461-DBFD-12C74515A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8B1F83-1FD7-E862-2B21-40CE89C1E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113011-41AB-E1B7-355D-715527A5F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E6F236-A494-82C3-1287-2310E521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147997-BC1D-65B8-D06E-9C6CA4A2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B827F13-DCD1-0B7E-2DCB-AC048E36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3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042F2-3494-8C7E-7461-C7D0518F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882AE3-E81C-96FC-DAA7-2CB778FF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B76D74-0149-49C0-D137-28F4733F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3BD49D-86C8-62F5-E61E-1E34E0D2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78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FF3C04-76EB-C18A-A8B7-4334F446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927CBA-FBEC-4069-AA2F-37644CAC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7BED3B-83F0-2DCF-F74A-63A58F1B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89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CC8C0-888B-966B-B1F9-F50BA904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222E66-956E-B386-5BE1-8DA871CB8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AD6ED6-A54E-31F8-A546-AF94263BF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85A718-DA87-2120-1735-5560B303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5894A4-3725-4D60-C141-FE261843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901C6D-9057-B0BE-5513-0160C331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09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12F31-4980-9C59-6896-ABB4D963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058B57-3317-DC28-112C-8A19975FA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B6D2CA-B167-71D1-1976-8BB585654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F186C5-C582-935D-8049-34EDA80A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D9F609-AC90-ECBA-C348-A5627C5E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A4E9B3-BBE9-0B8D-7519-8215048B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62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498DA-0FE4-6309-1D08-08450320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DC709E-310F-ACEC-3332-50188B3C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7BFCF-BE71-7A3F-E087-E74361A5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DBF1DB-81DC-7C19-BA61-A9C1B752C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234BE6-AC48-1AEF-6F16-FEE3AE31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70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DB81BC-29BE-AC67-A4BF-642A395E9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BAEBE7-6BB0-1D02-032A-4CAEAD365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FF2E32-1A51-2FCE-A107-CD7347E0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AC3A70-31E5-2EEE-1C5E-61EDAEC6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11F08F-9319-A6AE-EC84-E4FF863F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32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D7FD451-0F2F-8839-8675-A7C7ED12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47B44B-088B-882F-CA09-7F71FCE10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D39DA3-3FA4-10C1-1742-A39EBFE1B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30990-9672-4D80-980C-78B239FE97EB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0D1C32-49C8-6135-621B-A88EC5FD0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0DA222-42C7-5921-5146-2062A168D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98255-78A8-4A5E-992C-D1D9887EC5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36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751FAA3-8CD7-E38B-F3B2-B7CF446B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1575"/>
            <a:ext cx="10820400" cy="45148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49EEBD-02B7-8FCB-76BA-F309C9C8676C}"/>
              </a:ext>
            </a:extLst>
          </p:cNvPr>
          <p:cNvSpPr/>
          <p:nvPr/>
        </p:nvSpPr>
        <p:spPr>
          <a:xfrm>
            <a:off x="4467225" y="4752975"/>
            <a:ext cx="2305050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58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A80117B-2312-9E78-A408-78BA1322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5450"/>
            <a:ext cx="10972800" cy="34671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E282DA-EB48-00BA-20B0-517160ECC9F5}"/>
              </a:ext>
            </a:extLst>
          </p:cNvPr>
          <p:cNvSpPr/>
          <p:nvPr/>
        </p:nvSpPr>
        <p:spPr>
          <a:xfrm>
            <a:off x="2628900" y="3429000"/>
            <a:ext cx="1066800" cy="190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31A507-A696-5779-A174-8F211357AD40}"/>
              </a:ext>
            </a:extLst>
          </p:cNvPr>
          <p:cNvSpPr/>
          <p:nvPr/>
        </p:nvSpPr>
        <p:spPr>
          <a:xfrm>
            <a:off x="2628900" y="4295775"/>
            <a:ext cx="1276350" cy="190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31169F-FA93-2F39-A1D0-8A465A740081}"/>
              </a:ext>
            </a:extLst>
          </p:cNvPr>
          <p:cNvSpPr/>
          <p:nvPr/>
        </p:nvSpPr>
        <p:spPr>
          <a:xfrm>
            <a:off x="2628899" y="4591050"/>
            <a:ext cx="2271713" cy="190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90BD3A-74FE-9A25-70E9-69C434D398C2}"/>
              </a:ext>
            </a:extLst>
          </p:cNvPr>
          <p:cNvSpPr/>
          <p:nvPr/>
        </p:nvSpPr>
        <p:spPr>
          <a:xfrm>
            <a:off x="7750463" y="3736686"/>
            <a:ext cx="2271713" cy="190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8837FF-5B25-4A8E-1A52-EEA1D00006AB}"/>
              </a:ext>
            </a:extLst>
          </p:cNvPr>
          <p:cNvSpPr/>
          <p:nvPr/>
        </p:nvSpPr>
        <p:spPr>
          <a:xfrm>
            <a:off x="6276974" y="3395736"/>
            <a:ext cx="4714875" cy="242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61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360C1C4-1276-EC50-B0B1-70DA8C73F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1100"/>
            <a:ext cx="10820400" cy="4495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6036CA-AFB6-01B4-06DF-030CE4B6E607}"/>
              </a:ext>
            </a:extLst>
          </p:cNvPr>
          <p:cNvSpPr/>
          <p:nvPr/>
        </p:nvSpPr>
        <p:spPr>
          <a:xfrm>
            <a:off x="4467225" y="4752975"/>
            <a:ext cx="3448050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58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1EF390B-5582-2058-DF4C-C5091305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8712"/>
            <a:ext cx="108204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0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4D444A4-CB8D-F4DE-9818-FED46E4B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76300"/>
            <a:ext cx="10972800" cy="51054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F8C5754-9F89-DC81-6C10-2D076ACA47F9}"/>
              </a:ext>
            </a:extLst>
          </p:cNvPr>
          <p:cNvSpPr/>
          <p:nvPr/>
        </p:nvSpPr>
        <p:spPr>
          <a:xfrm>
            <a:off x="2185844" y="5020830"/>
            <a:ext cx="788265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7E28A9E4-2A62-6A04-0551-22F0213CCD1B}"/>
              </a:ext>
            </a:extLst>
          </p:cNvPr>
          <p:cNvCxnSpPr>
            <a:stCxn id="2" idx="2"/>
          </p:cNvCxnSpPr>
          <p:nvPr/>
        </p:nvCxnSpPr>
        <p:spPr>
          <a:xfrm flipH="1">
            <a:off x="2299855" y="5380830"/>
            <a:ext cx="280122" cy="382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58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C93952B-5827-DFD0-19E8-D7146C30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8712"/>
            <a:ext cx="10820400" cy="46005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D88544-CC89-D77E-870A-D720EE4E01FB}"/>
              </a:ext>
            </a:extLst>
          </p:cNvPr>
          <p:cNvSpPr/>
          <p:nvPr/>
        </p:nvSpPr>
        <p:spPr>
          <a:xfrm>
            <a:off x="6586395" y="3115830"/>
            <a:ext cx="652606" cy="236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89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A4CC88B-3770-C23A-BF39-5745509E6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76300"/>
            <a:ext cx="10972800" cy="51054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5DEDFC-5D7B-FB66-EB1F-6D9FEA3C3456}"/>
              </a:ext>
            </a:extLst>
          </p:cNvPr>
          <p:cNvSpPr/>
          <p:nvPr/>
        </p:nvSpPr>
        <p:spPr>
          <a:xfrm>
            <a:off x="2195369" y="5449455"/>
            <a:ext cx="788265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63899BC-7BE1-02DD-A29A-52CF4F88569C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657350" y="5629455"/>
            <a:ext cx="538019" cy="18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36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8EA529F-1D80-BD62-DE07-F9BF41E6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10820400" cy="57912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6E534C-CB24-4E1C-AE9D-B8971FFAB00D}"/>
              </a:ext>
            </a:extLst>
          </p:cNvPr>
          <p:cNvSpPr/>
          <p:nvPr/>
        </p:nvSpPr>
        <p:spPr>
          <a:xfrm>
            <a:off x="6576870" y="2972955"/>
            <a:ext cx="652606" cy="236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58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C809-7F76-5250-2634-0DEF503C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85FDCEC-EF91-41CB-41FA-CDEB924E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1100"/>
            <a:ext cx="10820400" cy="4495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1EC824-63FF-9153-2271-255B9EC99C03}"/>
              </a:ext>
            </a:extLst>
          </p:cNvPr>
          <p:cNvSpPr/>
          <p:nvPr/>
        </p:nvSpPr>
        <p:spPr>
          <a:xfrm>
            <a:off x="4467225" y="4752975"/>
            <a:ext cx="3448050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00269A-AF92-AC40-ADAC-613750001000}"/>
              </a:ext>
            </a:extLst>
          </p:cNvPr>
          <p:cNvSpPr/>
          <p:nvPr/>
        </p:nvSpPr>
        <p:spPr>
          <a:xfrm>
            <a:off x="4467225" y="4189050"/>
            <a:ext cx="3448050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E14780-BB13-1D57-405B-A20EF5EA73D0}"/>
              </a:ext>
            </a:extLst>
          </p:cNvPr>
          <p:cNvSpPr/>
          <p:nvPr/>
        </p:nvSpPr>
        <p:spPr>
          <a:xfrm>
            <a:off x="8401050" y="4189050"/>
            <a:ext cx="1571625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site</a:t>
            </a:r>
            <a:r>
              <a:rPr kumimoji="1" lang="en-US" altLang="ja-JP" sz="11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_url()</a:t>
            </a:r>
            <a:endParaRPr kumimoji="1" lang="ja-JP" altLang="en-US" sz="11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C15EEC-4B72-97D8-18FD-AC5F10BCCB0E}"/>
              </a:ext>
            </a:extLst>
          </p:cNvPr>
          <p:cNvSpPr/>
          <p:nvPr/>
        </p:nvSpPr>
        <p:spPr>
          <a:xfrm>
            <a:off x="8401050" y="4752975"/>
            <a:ext cx="1571625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home</a:t>
            </a:r>
            <a:r>
              <a:rPr kumimoji="1" lang="en-US" altLang="ja-JP" sz="11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_url()</a:t>
            </a:r>
            <a:endParaRPr kumimoji="1" lang="ja-JP" altLang="en-US" sz="11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400ED608-4E6C-2A01-2C66-03ABD1BE1E4E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flipH="1">
            <a:off x="7915275" y="4369050"/>
            <a:ext cx="4857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35349CC-96E4-0C9D-E496-5366ED101E0E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7915275" y="4932975"/>
            <a:ext cx="4857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87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</Words>
  <Application>Microsoft Office PowerPoint</Application>
  <PresentationFormat>ワイド画面</PresentationFormat>
  <Paragraphs>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Yuichi Ishikawa</dc:creator>
  <cp:lastModifiedBy>Yuichi Ishikawa</cp:lastModifiedBy>
  <cp:revision>1</cp:revision>
  <dcterms:created xsi:type="dcterms:W3CDTF">2025-12-24T02:26:44Z</dcterms:created>
  <dcterms:modified xsi:type="dcterms:W3CDTF">2025-12-25T15:41:37Z</dcterms:modified>
</cp:coreProperties>
</file>